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62" r:id="rId2"/>
    <p:sldId id="263" r:id="rId3"/>
    <p:sldId id="264" r:id="rId4"/>
    <p:sldId id="265" r:id="rId5"/>
    <p:sldId id="266" r:id="rId6"/>
    <p:sldId id="260" r:id="rId7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1E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87" autoAdjust="0"/>
    <p:restoredTop sz="86437" autoAdjust="0"/>
  </p:normalViewPr>
  <p:slideViewPr>
    <p:cSldViewPr>
      <p:cViewPr>
        <p:scale>
          <a:sx n="98" d="100"/>
          <a:sy n="98" d="100"/>
        </p:scale>
        <p:origin x="-858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72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97" d="100"/>
          <a:sy n="97" d="100"/>
        </p:scale>
        <p:origin x="-3534" y="-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1EE508-E6D0-4648-B6D2-38C44CE8FAAB}" type="datetimeFigureOut">
              <a:rPr lang="ko-KR" altLang="en-US" smtClean="0"/>
              <a:t>2015-08-03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E4F163-CEA8-49D6-BAEB-CFF7E3C984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71637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1CF068-DEA1-4643-B807-89A7146A4070}" type="datetimeFigureOut">
              <a:rPr lang="ko-KR" altLang="en-US" smtClean="0"/>
              <a:t>2015-08-03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FBCD24-FD72-452C-8969-09628A5F2B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1122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FBCD24-FD72-452C-8969-09628A5F2BDD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02587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/>
          <p:cNvSpPr>
            <a:spLocks noGrp="1"/>
          </p:cNvSpPr>
          <p:nvPr>
            <p:ph type="ctrTitle" hasCustomPrompt="1"/>
          </p:nvPr>
        </p:nvSpPr>
        <p:spPr>
          <a:xfrm>
            <a:off x="252000" y="308691"/>
            <a:ext cx="8640000" cy="1470025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4500" spc="-20" baseline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dirty="0" smtClean="0"/>
              <a:t>문서의 제목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err="1" smtClean="0"/>
              <a:t>나눔고딕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L, 45pt</a:t>
            </a:r>
            <a:endParaRPr lang="ko-KR" altLang="en-US" dirty="0"/>
          </a:p>
        </p:txBody>
      </p:sp>
      <p:sp>
        <p:nvSpPr>
          <p:cNvPr id="4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252000" y="2291708"/>
            <a:ext cx="8640000" cy="1108800"/>
          </a:xfrm>
          <a:prstGeom prst="rect">
            <a:avLst/>
          </a:prstGeom>
        </p:spPr>
        <p:txBody>
          <a:bodyPr wrap="none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400" b="0" i="0" spc="-20" baseline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 marL="457200" indent="0"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작성자 </a:t>
            </a:r>
            <a:r>
              <a:rPr lang="en-US" altLang="ko-KR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2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나눔고딕</a:t>
            </a:r>
            <a:r>
              <a:rPr lang="ko-KR" altLang="en-US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R, 12pt</a:t>
            </a:r>
          </a:p>
          <a:p>
            <a:pPr>
              <a:lnSpc>
                <a:spcPct val="150000"/>
              </a:lnSpc>
            </a:pPr>
            <a:r>
              <a:rPr lang="ko-KR" altLang="en-US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소속부서 </a:t>
            </a:r>
            <a:r>
              <a:rPr lang="en-US" altLang="ko-KR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2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나눔고딕</a:t>
            </a:r>
            <a:r>
              <a:rPr lang="ko-KR" altLang="en-US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R, 12pt</a:t>
            </a:r>
          </a:p>
          <a:p>
            <a:pPr>
              <a:lnSpc>
                <a:spcPct val="150000"/>
              </a:lnSpc>
            </a:pPr>
            <a:r>
              <a:rPr lang="ko-KR" altLang="en-US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대외비</a:t>
            </a:r>
            <a:endParaRPr lang="ko-KR" alt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739341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 hasCustomPrompt="1"/>
          </p:nvPr>
        </p:nvSpPr>
        <p:spPr>
          <a:xfrm>
            <a:off x="252000" y="274638"/>
            <a:ext cx="8640000" cy="338400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914400" rtl="0" eaLnBrk="1" latinLnBrk="1" hangingPunct="1">
              <a:spcBef>
                <a:spcPct val="0"/>
              </a:spcBef>
              <a:buNone/>
              <a:defRPr lang="ko-KR" altLang="en-US" sz="2000" b="1" kern="1200" spc="-20" baseline="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1pPr>
          </a:lstStyle>
          <a:p>
            <a:r>
              <a:rPr lang="ko-KR" altLang="en-US" dirty="0" smtClean="0"/>
              <a:t>목차</a:t>
            </a:r>
            <a:endParaRPr lang="ko-KR" altLang="en-US" dirty="0"/>
          </a:p>
        </p:txBody>
      </p:sp>
      <p:sp>
        <p:nvSpPr>
          <p:cNvPr id="6" name="내용 개체 틀 2"/>
          <p:cNvSpPr>
            <a:spLocks noGrp="1"/>
          </p:cNvSpPr>
          <p:nvPr>
            <p:ph idx="1"/>
          </p:nvPr>
        </p:nvSpPr>
        <p:spPr>
          <a:xfrm>
            <a:off x="252000" y="980728"/>
            <a:ext cx="8640000" cy="4525963"/>
          </a:xfrm>
          <a:prstGeom prst="rect">
            <a:avLst/>
          </a:prstGeom>
        </p:spPr>
        <p:txBody>
          <a:bodyPr/>
          <a:lstStyle>
            <a:lvl1pPr marL="285750" indent="-285750" rtl="0" eaLnBrk="1" latinLnBrk="1" hangingPunct="1">
              <a:lnSpc>
                <a:spcPct val="150000"/>
              </a:lnSpc>
              <a:spcBef>
                <a:spcPts val="10"/>
              </a:spcBef>
              <a:buFont typeface="Wingdings" panose="05000000000000000000" pitchFamily="2" charset="2"/>
              <a:buChar char="ü"/>
              <a:defRPr sz="1800" b="1" spc="-20" baseline="0">
                <a:ln>
                  <a:noFill/>
                </a:ln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 marL="465750" indent="-285750" rtl="0" eaLnBrk="1" latinLnBrk="1" hangingPunct="1">
              <a:lnSpc>
                <a:spcPct val="150000"/>
              </a:lnSpc>
              <a:spcBef>
                <a:spcPts val="10"/>
              </a:spcBef>
              <a:buFont typeface="Arial" panose="020B0604020202020204" pitchFamily="34" charset="0"/>
              <a:buChar char="•"/>
              <a:defRPr sz="1600" kern="1200" spc="-20" baseline="0">
                <a:ln>
                  <a:noFill/>
                </a:ln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2pPr>
            <a:lvl3pPr marL="645750" indent="-285750">
              <a:lnSpc>
                <a:spcPct val="150000"/>
              </a:lnSpc>
              <a:spcBef>
                <a:spcPts val="30"/>
              </a:spcBef>
              <a:buFont typeface="Arial" panose="020B0604020202020204" pitchFamily="34" charset="0"/>
              <a:buChar char="•"/>
              <a:defRPr sz="1400" spc="-2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3pPr>
            <a:lvl4pPr marL="711450" indent="-171450">
              <a:lnSpc>
                <a:spcPct val="150000"/>
              </a:lnSpc>
              <a:spcBef>
                <a:spcPts val="10"/>
              </a:spcBef>
              <a:buFont typeface="Arial" panose="020B0604020202020204" pitchFamily="34" charset="0"/>
              <a:buChar char="•"/>
              <a:defRPr sz="1200" spc="-2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4pPr>
            <a:lvl5pPr marL="819450" indent="-171450">
              <a:lnSpc>
                <a:spcPct val="150000"/>
              </a:lnSpc>
              <a:spcBef>
                <a:spcPts val="10"/>
              </a:spcBef>
              <a:buFont typeface="Arial" panose="020B0604020202020204" pitchFamily="34" charset="0"/>
              <a:buChar char="•"/>
              <a:defRPr sz="1100" spc="-2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5pPr>
            <a:lvl6pPr marL="999450" indent="-171450">
              <a:lnSpc>
                <a:spcPct val="150000"/>
              </a:lnSpc>
              <a:spcBef>
                <a:spcPts val="10"/>
              </a:spcBef>
              <a:buFont typeface="Arial" panose="020B0604020202020204" pitchFamily="34" charset="0"/>
              <a:buChar char="•"/>
              <a:defRPr sz="1000" spc="-2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6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en-US" altLang="ko-KR" dirty="0" smtClean="0"/>
          </a:p>
          <a:p>
            <a:pPr lvl="5"/>
            <a:r>
              <a:rPr lang="ko-KR" altLang="en-US" dirty="0" smtClean="0"/>
              <a:t>여섯째 수준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22709452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챕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252000" y="2375786"/>
            <a:ext cx="8640000" cy="648000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lang="en-US" altLang="ko-KR" sz="3600" spc="-20" baseline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en-US" altLang="ko-KR" dirty="0" smtClean="0"/>
              <a:t>1.</a:t>
            </a:r>
            <a:r>
              <a:rPr lang="ko-KR" altLang="en-US" dirty="0" err="1" smtClean="0"/>
              <a:t>챕터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체목</a:t>
            </a:r>
            <a:r>
              <a:rPr lang="en-US" altLang="ko-KR" dirty="0" smtClean="0"/>
              <a:t>: </a:t>
            </a:r>
            <a:r>
              <a:rPr lang="ko-KR" altLang="en-US" dirty="0" err="1" smtClean="0"/>
              <a:t>나눔고딕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R, 36pt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236105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슬라이드일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252000" y="436602"/>
            <a:ext cx="8640000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ko-KR" altLang="en-US" sz="2000" b="1" kern="1200" spc="-20" baseline="0">
                <a:solidFill>
                  <a:schemeClr val="tx1"/>
                </a:solidFill>
                <a:latin typeface="+mj-lt"/>
                <a:ea typeface="나눔고딕" panose="020D0604000000000000" pitchFamily="50" charset="-127"/>
                <a:cs typeface="+mj-cs"/>
              </a:defRPr>
            </a:lvl1pPr>
          </a:lstStyle>
          <a:p>
            <a:r>
              <a:rPr lang="ko-KR" altLang="en-US" dirty="0" smtClean="0"/>
              <a:t>페이지제목</a:t>
            </a:r>
            <a:endParaRPr lang="ko-KR" altLang="en-US" dirty="0"/>
          </a:p>
        </p:txBody>
      </p:sp>
      <p:cxnSp>
        <p:nvCxnSpPr>
          <p:cNvPr id="10" name="직선 연결선 9"/>
          <p:cNvCxnSpPr/>
          <p:nvPr userDrawn="1"/>
        </p:nvCxnSpPr>
        <p:spPr>
          <a:xfrm>
            <a:off x="332385" y="223729"/>
            <a:ext cx="8460000" cy="1588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 userDrawn="1"/>
        </p:nvCxnSpPr>
        <p:spPr>
          <a:xfrm>
            <a:off x="332385" y="979140"/>
            <a:ext cx="8460000" cy="1588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 userDrawn="1"/>
        </p:nvSpPr>
        <p:spPr>
          <a:xfrm>
            <a:off x="7965446" y="203669"/>
            <a:ext cx="928694" cy="244813"/>
          </a:xfrm>
          <a:prstGeom prst="rect">
            <a:avLst/>
          </a:prstGeom>
          <a:noFill/>
        </p:spPr>
        <p:txBody>
          <a:bodyPr wrap="square" lIns="99569" tIns="49785" rIns="99569" bIns="49785" rtlCol="0">
            <a:spAutoFit/>
          </a:bodyPr>
          <a:lstStyle/>
          <a:p>
            <a:pPr algn="r">
              <a:lnSpc>
                <a:spcPct val="140000"/>
              </a:lnSpc>
            </a:pPr>
            <a:r>
              <a:rPr lang="ko-KR" altLang="en-US" sz="750" spc="-2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일반</a:t>
            </a:r>
            <a:endParaRPr lang="en-US" altLang="ko-KR" sz="750" spc="-20" baseline="0" dirty="0" smtClean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슬라이드 번호 개체 틀 5"/>
          <p:cNvSpPr txBox="1">
            <a:spLocks/>
          </p:cNvSpPr>
          <p:nvPr userDrawn="1"/>
        </p:nvSpPr>
        <p:spPr>
          <a:xfrm>
            <a:off x="240954" y="6428953"/>
            <a:ext cx="2781319" cy="2508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  <a:latin typeface="PF Din Text Cond Pro Medium" pitchFamily="2" charset="0"/>
                <a:ea typeface="Rix고딕 M" pitchFamily="18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0BB0C5-6955-4F9B-BA60-58E2367A55EF}" type="slidenum">
              <a:rPr kumimoji="0" lang="ko-KR" altLang="en-US" sz="800" b="0" i="0" u="none" strike="noStrike" kern="1200" cap="none" spc="-20" normalizeH="0" baseline="0" noProof="0" smtClean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ko-KR" altLang="en-US" sz="8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0" lang="en-US" altLang="ko-KR" sz="8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/</a:t>
            </a:r>
            <a:r>
              <a:rPr kumimoji="0" lang="ko-KR" altLang="en-US" sz="8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서비스플랫폼개발센터</a:t>
            </a:r>
            <a:endParaRPr kumimoji="0" lang="ko-KR" altLang="en-US" sz="800" b="0" i="0" u="none" strike="noStrike" kern="1200" cap="none" spc="-2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9" name="내용 개체 틀 2"/>
          <p:cNvSpPr>
            <a:spLocks noGrp="1"/>
          </p:cNvSpPr>
          <p:nvPr>
            <p:ph idx="1"/>
          </p:nvPr>
        </p:nvSpPr>
        <p:spPr>
          <a:xfrm>
            <a:off x="252000" y="980728"/>
            <a:ext cx="8640000" cy="4525963"/>
          </a:xfrm>
          <a:prstGeom prst="rect">
            <a:avLst/>
          </a:prstGeom>
        </p:spPr>
        <p:txBody>
          <a:bodyPr/>
          <a:lstStyle>
            <a:lvl1pPr marL="285750" indent="-285750" rtl="0" eaLnBrk="1" latinLnBrk="1" hangingPunct="1">
              <a:lnSpc>
                <a:spcPct val="150000"/>
              </a:lnSpc>
              <a:spcBef>
                <a:spcPts val="10"/>
              </a:spcBef>
              <a:buFont typeface="Wingdings" panose="05000000000000000000" pitchFamily="2" charset="2"/>
              <a:buChar char="ü"/>
              <a:defRPr sz="1800" b="0" spc="-20" baseline="0">
                <a:ln>
                  <a:noFill/>
                </a:ln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 marL="465750" indent="-285750" rtl="0" eaLnBrk="1" latinLnBrk="1" hangingPunct="1">
              <a:lnSpc>
                <a:spcPct val="150000"/>
              </a:lnSpc>
              <a:spcBef>
                <a:spcPts val="10"/>
              </a:spcBef>
              <a:buFont typeface="Arial" panose="020B0604020202020204" pitchFamily="34" charset="0"/>
              <a:buChar char="•"/>
              <a:defRPr sz="1600" kern="1200" spc="-20" baseline="0">
                <a:ln>
                  <a:noFill/>
                </a:ln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2pPr>
            <a:lvl3pPr marL="645750" indent="-285750">
              <a:lnSpc>
                <a:spcPct val="150000"/>
              </a:lnSpc>
              <a:spcBef>
                <a:spcPts val="30"/>
              </a:spcBef>
              <a:buFont typeface="Arial" panose="020B0604020202020204" pitchFamily="34" charset="0"/>
              <a:buChar char="•"/>
              <a:defRPr sz="1400" spc="-2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3pPr>
            <a:lvl4pPr marL="711450" indent="-171450">
              <a:lnSpc>
                <a:spcPct val="150000"/>
              </a:lnSpc>
              <a:spcBef>
                <a:spcPts val="10"/>
              </a:spcBef>
              <a:buFont typeface="Arial" panose="020B0604020202020204" pitchFamily="34" charset="0"/>
              <a:buChar char="•"/>
              <a:defRPr sz="1200" spc="-2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4pPr>
            <a:lvl5pPr marL="819450" indent="-171450">
              <a:lnSpc>
                <a:spcPct val="150000"/>
              </a:lnSpc>
              <a:spcBef>
                <a:spcPts val="10"/>
              </a:spcBef>
              <a:buFont typeface="Arial" panose="020B0604020202020204" pitchFamily="34" charset="0"/>
              <a:buChar char="•"/>
              <a:defRPr sz="1100" spc="-2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5pPr>
            <a:lvl6pPr marL="999450" indent="-171450">
              <a:lnSpc>
                <a:spcPct val="150000"/>
              </a:lnSpc>
              <a:spcBef>
                <a:spcPts val="10"/>
              </a:spcBef>
              <a:buFont typeface="Arial" panose="020B0604020202020204" pitchFamily="34" charset="0"/>
              <a:buChar char="•"/>
              <a:defRPr sz="1000" spc="-2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6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en-US" altLang="ko-KR" dirty="0" smtClean="0"/>
          </a:p>
          <a:p>
            <a:pPr lvl="5"/>
            <a:r>
              <a:rPr lang="ko-KR" altLang="en-US" dirty="0" smtClean="0"/>
              <a:t>여섯째 수준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34866006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슬라이드대외비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252000" y="436602"/>
            <a:ext cx="8640000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ko-KR" altLang="en-US" sz="2000" b="1" kern="1200" spc="-20" baseline="0">
                <a:solidFill>
                  <a:schemeClr val="tx1"/>
                </a:solidFill>
                <a:latin typeface="+mj-lt"/>
                <a:ea typeface="나눔고딕" panose="020D0604000000000000" pitchFamily="50" charset="-127"/>
                <a:cs typeface="+mj-cs"/>
              </a:defRPr>
            </a:lvl1pPr>
          </a:lstStyle>
          <a:p>
            <a:r>
              <a:rPr lang="ko-KR" altLang="en-US" dirty="0" smtClean="0"/>
              <a:t>페이지제목</a:t>
            </a:r>
            <a:endParaRPr lang="ko-KR" altLang="en-US" dirty="0"/>
          </a:p>
        </p:txBody>
      </p:sp>
      <p:cxnSp>
        <p:nvCxnSpPr>
          <p:cNvPr id="10" name="직선 연결선 9"/>
          <p:cNvCxnSpPr/>
          <p:nvPr userDrawn="1"/>
        </p:nvCxnSpPr>
        <p:spPr>
          <a:xfrm>
            <a:off x="332385" y="223729"/>
            <a:ext cx="8460000" cy="1588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 userDrawn="1"/>
        </p:nvCxnSpPr>
        <p:spPr>
          <a:xfrm>
            <a:off x="332385" y="979140"/>
            <a:ext cx="8460000" cy="1588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 userDrawn="1"/>
        </p:nvSpPr>
        <p:spPr>
          <a:xfrm>
            <a:off x="7965446" y="203669"/>
            <a:ext cx="928694" cy="244813"/>
          </a:xfrm>
          <a:prstGeom prst="rect">
            <a:avLst/>
          </a:prstGeom>
          <a:noFill/>
        </p:spPr>
        <p:txBody>
          <a:bodyPr wrap="square" lIns="99569" tIns="49785" rIns="99569" bIns="49785" rtlCol="0">
            <a:spAutoFit/>
          </a:bodyPr>
          <a:lstStyle/>
          <a:p>
            <a:pPr algn="r">
              <a:lnSpc>
                <a:spcPct val="140000"/>
              </a:lnSpc>
            </a:pPr>
            <a:r>
              <a:rPr lang="ko-KR" altLang="en-US" sz="750" spc="-2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대외비</a:t>
            </a:r>
            <a:endParaRPr lang="en-US" altLang="ko-KR" sz="750" spc="-20" baseline="0" dirty="0" smtClean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슬라이드 번호 개체 틀 5"/>
          <p:cNvSpPr txBox="1">
            <a:spLocks/>
          </p:cNvSpPr>
          <p:nvPr userDrawn="1"/>
        </p:nvSpPr>
        <p:spPr>
          <a:xfrm>
            <a:off x="240954" y="6428953"/>
            <a:ext cx="2781319" cy="2508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  <a:latin typeface="PF Din Text Cond Pro Medium" pitchFamily="2" charset="0"/>
                <a:ea typeface="Rix고딕 M" pitchFamily="18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0BB0C5-6955-4F9B-BA60-58E2367A55EF}" type="slidenum">
              <a:rPr kumimoji="0" lang="ko-KR" altLang="en-US" sz="800" b="0" i="0" u="none" strike="noStrike" kern="1200" cap="none" spc="-20" normalizeH="0" baseline="0" noProof="0" smtClean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ko-KR" altLang="en-US" sz="8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0" lang="en-US" altLang="ko-KR" sz="8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/</a:t>
            </a:r>
            <a:r>
              <a:rPr kumimoji="0" lang="ko-KR" altLang="en-US" sz="8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서비스플랫폼개발센터</a:t>
            </a:r>
            <a:endParaRPr kumimoji="0" lang="ko-KR" altLang="en-US" sz="800" b="0" i="0" u="none" strike="noStrike" kern="1200" cap="none" spc="-2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9" name="내용 개체 틀 2"/>
          <p:cNvSpPr>
            <a:spLocks noGrp="1"/>
          </p:cNvSpPr>
          <p:nvPr>
            <p:ph idx="1"/>
          </p:nvPr>
        </p:nvSpPr>
        <p:spPr>
          <a:xfrm>
            <a:off x="252000" y="980728"/>
            <a:ext cx="8640000" cy="4525963"/>
          </a:xfrm>
          <a:prstGeom prst="rect">
            <a:avLst/>
          </a:prstGeom>
        </p:spPr>
        <p:txBody>
          <a:bodyPr/>
          <a:lstStyle>
            <a:lvl1pPr marL="285750" indent="-285750" rtl="0" eaLnBrk="1" latinLnBrk="1" hangingPunct="1">
              <a:lnSpc>
                <a:spcPct val="150000"/>
              </a:lnSpc>
              <a:spcBef>
                <a:spcPts val="10"/>
              </a:spcBef>
              <a:buFont typeface="Wingdings" panose="05000000000000000000" pitchFamily="2" charset="2"/>
              <a:buChar char="ü"/>
              <a:defRPr sz="1800" b="0" spc="-20" baseline="0">
                <a:ln>
                  <a:noFill/>
                </a:ln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 marL="465750" indent="-285750" rtl="0" eaLnBrk="1" latinLnBrk="1" hangingPunct="1">
              <a:lnSpc>
                <a:spcPct val="150000"/>
              </a:lnSpc>
              <a:spcBef>
                <a:spcPts val="10"/>
              </a:spcBef>
              <a:buFont typeface="Arial" panose="020B0604020202020204" pitchFamily="34" charset="0"/>
              <a:buChar char="•"/>
              <a:defRPr sz="1600" kern="1200" spc="-20" baseline="0">
                <a:ln>
                  <a:noFill/>
                </a:ln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2pPr>
            <a:lvl3pPr marL="645750" indent="-285750">
              <a:lnSpc>
                <a:spcPct val="150000"/>
              </a:lnSpc>
              <a:spcBef>
                <a:spcPts val="30"/>
              </a:spcBef>
              <a:buFont typeface="Arial" panose="020B0604020202020204" pitchFamily="34" charset="0"/>
              <a:buChar char="•"/>
              <a:defRPr sz="1400" spc="-2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3pPr>
            <a:lvl4pPr marL="711450" indent="-171450">
              <a:lnSpc>
                <a:spcPct val="150000"/>
              </a:lnSpc>
              <a:spcBef>
                <a:spcPts val="10"/>
              </a:spcBef>
              <a:buFont typeface="Arial" panose="020B0604020202020204" pitchFamily="34" charset="0"/>
              <a:buChar char="•"/>
              <a:defRPr sz="1200" spc="-2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4pPr>
            <a:lvl5pPr marL="819450" indent="-171450">
              <a:lnSpc>
                <a:spcPct val="150000"/>
              </a:lnSpc>
              <a:spcBef>
                <a:spcPts val="10"/>
              </a:spcBef>
              <a:buFont typeface="Arial" panose="020B0604020202020204" pitchFamily="34" charset="0"/>
              <a:buChar char="•"/>
              <a:defRPr sz="1100" spc="-2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5pPr>
            <a:lvl6pPr marL="999450" indent="-171450">
              <a:lnSpc>
                <a:spcPct val="150000"/>
              </a:lnSpc>
              <a:spcBef>
                <a:spcPts val="10"/>
              </a:spcBef>
              <a:buFont typeface="Arial" panose="020B0604020202020204" pitchFamily="34" charset="0"/>
              <a:buChar char="•"/>
              <a:defRPr sz="1000" spc="-2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6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en-US" altLang="ko-KR" dirty="0" smtClean="0"/>
          </a:p>
          <a:p>
            <a:pPr lvl="5"/>
            <a:r>
              <a:rPr lang="ko-KR" altLang="en-US" dirty="0" smtClean="0"/>
              <a:t>여섯째 수준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20546705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슬라이드기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252000" y="436602"/>
            <a:ext cx="8640000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ko-KR" altLang="en-US" sz="2000" b="1" kern="1200" spc="-20" baseline="0">
                <a:solidFill>
                  <a:schemeClr val="tx1"/>
                </a:solidFill>
                <a:latin typeface="+mj-lt"/>
                <a:ea typeface="나눔고딕" panose="020D0604000000000000" pitchFamily="50" charset="-127"/>
                <a:cs typeface="+mj-cs"/>
              </a:defRPr>
            </a:lvl1pPr>
          </a:lstStyle>
          <a:p>
            <a:r>
              <a:rPr lang="ko-KR" altLang="en-US" dirty="0" smtClean="0"/>
              <a:t>페이지제목</a:t>
            </a:r>
            <a:endParaRPr lang="ko-KR" altLang="en-US" dirty="0"/>
          </a:p>
        </p:txBody>
      </p:sp>
      <p:cxnSp>
        <p:nvCxnSpPr>
          <p:cNvPr id="10" name="직선 연결선 9"/>
          <p:cNvCxnSpPr/>
          <p:nvPr userDrawn="1"/>
        </p:nvCxnSpPr>
        <p:spPr>
          <a:xfrm>
            <a:off x="332385" y="223729"/>
            <a:ext cx="8460000" cy="1588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 userDrawn="1"/>
        </p:nvCxnSpPr>
        <p:spPr>
          <a:xfrm>
            <a:off x="332385" y="979140"/>
            <a:ext cx="8460000" cy="1588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 userDrawn="1"/>
        </p:nvSpPr>
        <p:spPr>
          <a:xfrm>
            <a:off x="7965446" y="203669"/>
            <a:ext cx="928694" cy="244813"/>
          </a:xfrm>
          <a:prstGeom prst="rect">
            <a:avLst/>
          </a:prstGeom>
          <a:noFill/>
        </p:spPr>
        <p:txBody>
          <a:bodyPr wrap="square" lIns="99569" tIns="49785" rIns="99569" bIns="49785" rtlCol="0">
            <a:spAutoFit/>
          </a:bodyPr>
          <a:lstStyle/>
          <a:p>
            <a:pPr algn="r">
              <a:lnSpc>
                <a:spcPct val="140000"/>
              </a:lnSpc>
            </a:pPr>
            <a:r>
              <a:rPr lang="ko-KR" altLang="en-US" sz="750" spc="-2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기밀</a:t>
            </a:r>
            <a:endParaRPr lang="en-US" altLang="ko-KR" sz="750" spc="-20" baseline="0" dirty="0" smtClean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슬라이드 번호 개체 틀 5"/>
          <p:cNvSpPr txBox="1">
            <a:spLocks/>
          </p:cNvSpPr>
          <p:nvPr userDrawn="1"/>
        </p:nvSpPr>
        <p:spPr>
          <a:xfrm>
            <a:off x="240954" y="6428953"/>
            <a:ext cx="2781319" cy="2508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  <a:latin typeface="PF Din Text Cond Pro Medium" pitchFamily="2" charset="0"/>
                <a:ea typeface="Rix고딕 M" pitchFamily="18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0BB0C5-6955-4F9B-BA60-58E2367A55EF}" type="slidenum">
              <a:rPr kumimoji="0" lang="ko-KR" altLang="en-US" sz="800" b="0" i="0" u="none" strike="noStrike" kern="1200" cap="none" spc="-20" normalizeH="0" baseline="0" noProof="0" smtClean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ko-KR" altLang="en-US" sz="8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0" lang="en-US" altLang="ko-KR" sz="8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/</a:t>
            </a:r>
            <a:r>
              <a:rPr kumimoji="0" lang="ko-KR" altLang="en-US" sz="8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서비스플랫폼개발센터</a:t>
            </a:r>
            <a:endParaRPr kumimoji="0" lang="ko-KR" altLang="en-US" sz="800" b="0" i="0" u="none" strike="noStrike" kern="1200" cap="none" spc="-2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9" name="내용 개체 틀 2"/>
          <p:cNvSpPr>
            <a:spLocks noGrp="1"/>
          </p:cNvSpPr>
          <p:nvPr>
            <p:ph idx="1"/>
          </p:nvPr>
        </p:nvSpPr>
        <p:spPr>
          <a:xfrm>
            <a:off x="252000" y="980728"/>
            <a:ext cx="8640000" cy="4525963"/>
          </a:xfrm>
          <a:prstGeom prst="rect">
            <a:avLst/>
          </a:prstGeom>
        </p:spPr>
        <p:txBody>
          <a:bodyPr/>
          <a:lstStyle>
            <a:lvl1pPr marL="285750" indent="-285750" rtl="0" eaLnBrk="1" latinLnBrk="1" hangingPunct="1">
              <a:lnSpc>
                <a:spcPct val="150000"/>
              </a:lnSpc>
              <a:spcBef>
                <a:spcPts val="10"/>
              </a:spcBef>
              <a:buFont typeface="Wingdings" panose="05000000000000000000" pitchFamily="2" charset="2"/>
              <a:buChar char="ü"/>
              <a:defRPr sz="1800" b="0" spc="-20" baseline="0">
                <a:ln>
                  <a:noFill/>
                </a:ln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 marL="465750" indent="-285750" rtl="0" eaLnBrk="1" latinLnBrk="1" hangingPunct="1">
              <a:lnSpc>
                <a:spcPct val="150000"/>
              </a:lnSpc>
              <a:spcBef>
                <a:spcPts val="10"/>
              </a:spcBef>
              <a:buFont typeface="Arial" panose="020B0604020202020204" pitchFamily="34" charset="0"/>
              <a:buChar char="•"/>
              <a:defRPr sz="1600" kern="1200" spc="-20" baseline="0">
                <a:ln>
                  <a:noFill/>
                </a:ln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2pPr>
            <a:lvl3pPr marL="645750" indent="-285750">
              <a:lnSpc>
                <a:spcPct val="150000"/>
              </a:lnSpc>
              <a:spcBef>
                <a:spcPts val="30"/>
              </a:spcBef>
              <a:buFont typeface="Arial" panose="020B0604020202020204" pitchFamily="34" charset="0"/>
              <a:buChar char="•"/>
              <a:defRPr sz="1400" spc="-2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3pPr>
            <a:lvl4pPr marL="711450" indent="-171450">
              <a:lnSpc>
                <a:spcPct val="150000"/>
              </a:lnSpc>
              <a:spcBef>
                <a:spcPts val="10"/>
              </a:spcBef>
              <a:buFont typeface="Arial" panose="020B0604020202020204" pitchFamily="34" charset="0"/>
              <a:buChar char="•"/>
              <a:defRPr sz="1200" spc="-2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4pPr>
            <a:lvl5pPr marL="819450" indent="-171450">
              <a:lnSpc>
                <a:spcPct val="150000"/>
              </a:lnSpc>
              <a:spcBef>
                <a:spcPts val="10"/>
              </a:spcBef>
              <a:buFont typeface="Arial" panose="020B0604020202020204" pitchFamily="34" charset="0"/>
              <a:buChar char="•"/>
              <a:defRPr sz="1100" spc="-2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5pPr>
            <a:lvl6pPr marL="999450" indent="-171450">
              <a:lnSpc>
                <a:spcPct val="150000"/>
              </a:lnSpc>
              <a:spcBef>
                <a:spcPts val="10"/>
              </a:spcBef>
              <a:buFont typeface="Arial" panose="020B0604020202020204" pitchFamily="34" charset="0"/>
              <a:buChar char="•"/>
              <a:defRPr sz="1000" spc="-2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6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en-US" altLang="ko-KR" dirty="0" smtClean="0"/>
          </a:p>
          <a:p>
            <a:pPr lvl="5"/>
            <a:r>
              <a:rPr lang="ko-KR" altLang="en-US" dirty="0" smtClean="0"/>
              <a:t>여섯째 수준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206373203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마지막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252000" y="2375786"/>
            <a:ext cx="8640000" cy="648000"/>
          </a:xfrm>
          <a:prstGeom prst="rect">
            <a:avLst/>
          </a:prstGeom>
        </p:spPr>
        <p:txBody>
          <a:bodyPr/>
          <a:lstStyle>
            <a:lvl1pPr algn="l">
              <a:defRPr lang="en-US" altLang="ko-KR" sz="4500" spc="-20" baseline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en-US" altLang="ko-KR" sz="45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End of Document</a:t>
            </a:r>
            <a:endParaRPr lang="ko-KR" altLang="en-US" sz="4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299663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2783" y="6452710"/>
            <a:ext cx="849602" cy="15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136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72" r:id="rId2"/>
    <p:sldLayoutId id="2147483652" r:id="rId3"/>
    <p:sldLayoutId id="2147483674" r:id="rId4"/>
    <p:sldLayoutId id="2147483676" r:id="rId5"/>
    <p:sldLayoutId id="2147483675" r:id="rId6"/>
    <p:sldLayoutId id="2147483661" r:id="rId7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문서의 제목 </a:t>
            </a:r>
            <a:r>
              <a:rPr lang="en-US" altLang="ko-KR" dirty="0" smtClean="0">
                <a:solidFill>
                  <a:schemeClr val="tx1"/>
                </a:solidFill>
              </a:rPr>
              <a:t/>
            </a:r>
            <a:br>
              <a:rPr lang="en-US" altLang="ko-KR" dirty="0" smtClean="0">
                <a:solidFill>
                  <a:schemeClr val="tx1"/>
                </a:solidFill>
              </a:rPr>
            </a:br>
            <a:r>
              <a:rPr lang="ko-KR" altLang="en-US" dirty="0" err="1" smtClean="0">
                <a:solidFill>
                  <a:schemeClr val="tx1"/>
                </a:solidFill>
              </a:rPr>
              <a:t>나눔고딕</a:t>
            </a:r>
            <a:r>
              <a:rPr lang="ko-KR" altLang="en-US" dirty="0" smtClean="0">
                <a:solidFill>
                  <a:schemeClr val="tx1"/>
                </a:solidFill>
              </a:rPr>
              <a:t> </a:t>
            </a:r>
            <a:r>
              <a:rPr lang="en-US" altLang="ko-KR" dirty="0" smtClean="0">
                <a:solidFill>
                  <a:schemeClr val="tx1"/>
                </a:solidFill>
              </a:rPr>
              <a:t>R, 45pt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lvl="0">
              <a:lnSpc>
                <a:spcPct val="150000"/>
              </a:lnSpc>
            </a:pPr>
            <a:r>
              <a:rPr lang="ko-KR" altLang="en-US" spc="-20" dirty="0">
                <a:solidFill>
                  <a:schemeClr val="tx1"/>
                </a:solidFill>
              </a:rPr>
              <a:t>작성자</a:t>
            </a:r>
            <a:r>
              <a:rPr lang="en-US" altLang="ko-KR" spc="-20" dirty="0">
                <a:solidFill>
                  <a:schemeClr val="tx1"/>
                </a:solidFill>
              </a:rPr>
              <a:t>: </a:t>
            </a:r>
            <a:r>
              <a:rPr lang="ko-KR" altLang="en-US" spc="-20" dirty="0" err="1" smtClean="0">
                <a:solidFill>
                  <a:schemeClr val="tx1"/>
                </a:solidFill>
              </a:rPr>
              <a:t>나눔고딕</a:t>
            </a:r>
            <a:r>
              <a:rPr lang="ko-KR" altLang="en-US" spc="-20" dirty="0" smtClean="0">
                <a:solidFill>
                  <a:schemeClr val="tx1"/>
                </a:solidFill>
              </a:rPr>
              <a:t> </a:t>
            </a:r>
            <a:r>
              <a:rPr lang="en-US" altLang="ko-KR" spc="-20" dirty="0">
                <a:solidFill>
                  <a:schemeClr val="tx1"/>
                </a:solidFill>
              </a:rPr>
              <a:t>R, </a:t>
            </a:r>
            <a:r>
              <a:rPr lang="en-US" altLang="ko-KR" spc="-20" dirty="0" smtClean="0">
                <a:solidFill>
                  <a:schemeClr val="tx1"/>
                </a:solidFill>
              </a:rPr>
              <a:t>12pt</a:t>
            </a:r>
            <a:endParaRPr lang="en-US" altLang="ko-KR" spc="-20" dirty="0">
              <a:solidFill>
                <a:schemeClr val="tx1"/>
              </a:solidFill>
            </a:endParaRPr>
          </a:p>
          <a:p>
            <a:pPr lvl="0">
              <a:lnSpc>
                <a:spcPct val="150000"/>
              </a:lnSpc>
            </a:pPr>
            <a:r>
              <a:rPr lang="ko-KR" altLang="en-US" spc="-20" dirty="0" smtClean="0">
                <a:solidFill>
                  <a:schemeClr val="tx1"/>
                </a:solidFill>
              </a:rPr>
              <a:t>소속팀</a:t>
            </a:r>
            <a:r>
              <a:rPr lang="en-US" altLang="ko-KR" spc="-20" dirty="0" smtClean="0">
                <a:solidFill>
                  <a:schemeClr val="tx1"/>
                </a:solidFill>
              </a:rPr>
              <a:t>/ </a:t>
            </a:r>
            <a:r>
              <a:rPr lang="ko-KR" altLang="en-US" spc="-20" dirty="0" smtClean="0">
                <a:solidFill>
                  <a:schemeClr val="tx1"/>
                </a:solidFill>
              </a:rPr>
              <a:t>상위부서 </a:t>
            </a:r>
            <a:r>
              <a:rPr lang="en-US" altLang="ko-KR" spc="-20" dirty="0">
                <a:solidFill>
                  <a:schemeClr val="tx1"/>
                </a:solidFill>
              </a:rPr>
              <a:t>: </a:t>
            </a:r>
            <a:r>
              <a:rPr lang="ko-KR" altLang="en-US" spc="-20" dirty="0" err="1" smtClean="0">
                <a:solidFill>
                  <a:schemeClr val="tx1"/>
                </a:solidFill>
              </a:rPr>
              <a:t>나눔고딕</a:t>
            </a:r>
            <a:r>
              <a:rPr lang="ko-KR" altLang="en-US" spc="-20" dirty="0" smtClean="0">
                <a:solidFill>
                  <a:schemeClr val="tx1"/>
                </a:solidFill>
              </a:rPr>
              <a:t> </a:t>
            </a:r>
            <a:r>
              <a:rPr lang="en-US" altLang="ko-KR" spc="-20" dirty="0">
                <a:solidFill>
                  <a:schemeClr val="tx1"/>
                </a:solidFill>
              </a:rPr>
              <a:t>R, </a:t>
            </a:r>
            <a:r>
              <a:rPr lang="en-US" altLang="ko-KR" spc="-20" dirty="0" smtClean="0">
                <a:solidFill>
                  <a:schemeClr val="tx1"/>
                </a:solidFill>
              </a:rPr>
              <a:t>12pt</a:t>
            </a:r>
            <a:endParaRPr lang="en-US" altLang="ko-KR" spc="-20" dirty="0">
              <a:solidFill>
                <a:schemeClr val="tx1"/>
              </a:solidFill>
            </a:endParaRPr>
          </a:p>
          <a:p>
            <a:pPr lvl="0">
              <a:lnSpc>
                <a:spcPct val="150000"/>
              </a:lnSpc>
            </a:pPr>
            <a:r>
              <a:rPr lang="ko-KR" altLang="en-US" spc="-20" dirty="0" smtClean="0">
                <a:solidFill>
                  <a:schemeClr val="tx1"/>
                </a:solidFill>
              </a:rPr>
              <a:t>대외비</a:t>
            </a:r>
            <a:endParaRPr lang="ko-KR" altLang="en-US" spc="-20" dirty="0">
              <a:solidFill>
                <a:schemeClr val="tx1"/>
              </a:solidFill>
            </a:endParaRPr>
          </a:p>
        </p:txBody>
      </p:sp>
      <p:cxnSp>
        <p:nvCxnSpPr>
          <p:cNvPr id="4" name="직선 연결선 3"/>
          <p:cNvCxnSpPr/>
          <p:nvPr/>
        </p:nvCxnSpPr>
        <p:spPr>
          <a:xfrm>
            <a:off x="351499" y="2214554"/>
            <a:ext cx="342000" cy="15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32544" y="6482288"/>
            <a:ext cx="94288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ⓒ </a:t>
            </a:r>
            <a:r>
              <a:rPr lang="en-US" altLang="ko-KR" sz="8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NAVER Corp</a:t>
            </a:r>
            <a:r>
              <a:rPr lang="en-US" altLang="ko-KR" sz="8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spc="-2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36358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개요</a:t>
            </a:r>
            <a:endParaRPr lang="en-US" altLang="ko-KR" dirty="0" smtClean="0"/>
          </a:p>
          <a:p>
            <a:pPr lvl="1"/>
            <a:r>
              <a:rPr lang="ko-KR" altLang="en-US" dirty="0" err="1" smtClean="0"/>
              <a:t>ㄴㅇㄹㄴㅇ</a:t>
            </a:r>
            <a:endParaRPr lang="en-US" altLang="ko-KR" dirty="0" smtClean="0"/>
          </a:p>
          <a:p>
            <a:pPr lvl="2"/>
            <a:r>
              <a:rPr lang="ko-KR" altLang="en-US" dirty="0" err="1" smtClean="0"/>
              <a:t>ㅇ라ㅓ닝</a:t>
            </a:r>
            <a:endParaRPr lang="en-US" altLang="ko-KR" dirty="0" smtClean="0"/>
          </a:p>
          <a:p>
            <a:pPr lvl="3"/>
            <a:r>
              <a:rPr lang="ko-KR" altLang="en-US" dirty="0" err="1" smtClean="0"/>
              <a:t>ㄴㅇ라ㅓㄴ이</a:t>
            </a:r>
            <a:endParaRPr lang="en-US" altLang="ko-KR" dirty="0" smtClean="0"/>
          </a:p>
          <a:p>
            <a:pPr lvl="4"/>
            <a:r>
              <a:rPr lang="ko-KR" altLang="en-US" dirty="0" err="1" smtClean="0"/>
              <a:t>ㄴ아런이ㅏㄹ</a:t>
            </a:r>
            <a:endParaRPr lang="en-US" altLang="ko-KR" dirty="0" smtClean="0"/>
          </a:p>
          <a:p>
            <a:pPr lvl="4"/>
            <a:r>
              <a:rPr lang="ko-KR" altLang="en-US" dirty="0" err="1" smtClean="0"/>
              <a:t>ㄴㅇㄹㄴㅇ</a:t>
            </a:r>
            <a:endParaRPr lang="en-US" altLang="ko-KR" dirty="0" smtClean="0"/>
          </a:p>
          <a:p>
            <a:pPr lvl="4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980945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 smtClean="0"/>
              <a:t>ㅇㄴㄹㄴ</a:t>
            </a:r>
            <a:endParaRPr lang="en-US" altLang="ko-KR" dirty="0" smtClean="0"/>
          </a:p>
          <a:p>
            <a:pPr lvl="1"/>
            <a:r>
              <a:rPr lang="ko-KR" altLang="en-US" dirty="0" err="1" smtClean="0"/>
              <a:t>ㄴㅇㄹㄴㅇ</a:t>
            </a:r>
            <a:endParaRPr lang="en-US" altLang="ko-KR" dirty="0" smtClean="0"/>
          </a:p>
          <a:p>
            <a:pPr lvl="2"/>
            <a:r>
              <a:rPr lang="ko-KR" altLang="en-US" dirty="0" err="1" smtClean="0"/>
              <a:t>ㄴㅇㄹㄴㅇ</a:t>
            </a:r>
            <a:endParaRPr lang="en-US" altLang="ko-KR" dirty="0" smtClean="0"/>
          </a:p>
          <a:p>
            <a:pPr lvl="3"/>
            <a:r>
              <a:rPr lang="ko-KR" altLang="en-US" dirty="0" err="1" smtClean="0"/>
              <a:t>ㄴㅇㄹㄴㅇ</a:t>
            </a:r>
            <a:endParaRPr lang="en-US" altLang="ko-KR" dirty="0" smtClean="0"/>
          </a:p>
          <a:p>
            <a:pPr lvl="4"/>
            <a:r>
              <a:rPr lang="ko-KR" altLang="en-US" dirty="0" err="1" smtClean="0"/>
              <a:t>ㄴㅇㄹㄴ</a:t>
            </a:r>
            <a:endParaRPr lang="en-US" altLang="ko-KR" dirty="0" smtClean="0"/>
          </a:p>
          <a:p>
            <a:pPr lvl="4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55930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 smtClean="0"/>
              <a:t>ㄴㅇㄹ</a:t>
            </a:r>
            <a:endParaRPr lang="en-US" altLang="ko-KR" dirty="0" smtClean="0"/>
          </a:p>
          <a:p>
            <a:pPr lvl="1"/>
            <a:r>
              <a:rPr lang="ko-KR" altLang="en-US" dirty="0" err="1" smtClean="0"/>
              <a:t>ㄴㅇㄹ</a:t>
            </a:r>
            <a:endParaRPr lang="en-US" altLang="ko-KR" dirty="0" smtClean="0"/>
          </a:p>
          <a:p>
            <a:pPr lvl="2"/>
            <a:r>
              <a:rPr lang="ko-KR" altLang="en-US" dirty="0" err="1" smtClean="0"/>
              <a:t>ㄴㅇㄹ</a:t>
            </a:r>
            <a:endParaRPr lang="en-US" altLang="ko-KR" dirty="0" smtClean="0"/>
          </a:p>
          <a:p>
            <a:pPr lvl="2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54317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 smtClean="0"/>
              <a:t>ㄴㅇㅀ</a:t>
            </a:r>
            <a:endParaRPr lang="en-US" altLang="ko-KR" dirty="0" smtClean="0"/>
          </a:p>
          <a:p>
            <a:pPr lvl="1"/>
            <a:r>
              <a:rPr lang="ko-KR" altLang="en-US" dirty="0" err="1" smtClean="0"/>
              <a:t>ㄴㅇㄹ</a:t>
            </a:r>
            <a:endParaRPr lang="en-US" altLang="ko-KR" dirty="0" smtClean="0"/>
          </a:p>
          <a:p>
            <a:pPr lvl="2"/>
            <a:r>
              <a:rPr lang="ko-KR" altLang="en-US" dirty="0" err="1" smtClean="0"/>
              <a:t>ㄴㅇㄹㄴ</a:t>
            </a:r>
            <a:endParaRPr lang="en-US" altLang="ko-KR" dirty="0" smtClean="0"/>
          </a:p>
          <a:p>
            <a:pPr lvl="3"/>
            <a:r>
              <a:rPr lang="ko-KR" altLang="en-US" dirty="0" err="1" smtClean="0"/>
              <a:t>ㅇㄴㄹ</a:t>
            </a:r>
            <a:endParaRPr lang="en-US" altLang="ko-KR" dirty="0" smtClean="0"/>
          </a:p>
          <a:p>
            <a:pPr lvl="3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619858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sz="45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End of Document</a:t>
            </a:r>
            <a:endParaRPr lang="ko-KR" altLang="en-US" sz="45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57591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사용자 지정 1">
      <a:majorFont>
        <a:latin typeface="나눔고딕"/>
        <a:ea typeface="나눔고딕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1301</TotalTime>
  <Words>43</Words>
  <Application>Microsoft Office PowerPoint</Application>
  <PresentationFormat>화면 슬라이드 쇼(4:3)</PresentationFormat>
  <Paragraphs>25</Paragraphs>
  <Slides>6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7" baseType="lpstr">
      <vt:lpstr>Office 테마</vt:lpstr>
      <vt:lpstr>문서의 제목  나눔고딕 R, 45pt</vt:lpstr>
      <vt:lpstr>PowerPoint 프레젠테이션</vt:lpstr>
      <vt:lpstr>PowerPoint 프레젠테이션</vt:lpstr>
      <vt:lpstr>PowerPoint 프레젠테이션</vt:lpstr>
      <vt:lpstr>PowerPoint 프레젠테이션</vt:lpstr>
      <vt:lpstr>End of Document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NAVER Corp.</dc:creator>
  <cp:lastModifiedBy>nbp</cp:lastModifiedBy>
  <cp:revision>225</cp:revision>
  <dcterms:created xsi:type="dcterms:W3CDTF">2013-11-30T07:53:32Z</dcterms:created>
  <dcterms:modified xsi:type="dcterms:W3CDTF">2015-08-03T04:22:18Z</dcterms:modified>
</cp:coreProperties>
</file>